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lbert Sans"/>
      <p:regular r:id="rId12"/>
      <p:bold r:id="rId13"/>
      <p:italic r:id="rId14"/>
      <p:boldItalic r:id="rId15"/>
    </p:embeddedFont>
    <p:embeddedFont>
      <p:font typeface="Nanum Myeongj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lbertSans-bold.fntdata"/><Relationship Id="rId12" Type="http://schemas.openxmlformats.org/officeDocument/2006/relationships/font" Target="fonts/AlbertSans-regular.fntdata"/><Relationship Id="rId15" Type="http://schemas.openxmlformats.org/officeDocument/2006/relationships/font" Target="fonts/AlbertSans-boldItalic.fntdata"/><Relationship Id="rId14" Type="http://schemas.openxmlformats.org/officeDocument/2006/relationships/font" Target="fonts/AlbertSans-italic.fntdata"/><Relationship Id="rId17" Type="http://schemas.openxmlformats.org/officeDocument/2006/relationships/font" Target="fonts/NanumMyeongjo-bold.fntdata"/><Relationship Id="rId16" Type="http://schemas.openxmlformats.org/officeDocument/2006/relationships/font" Target="fonts/NanumMyeongj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cd650551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cd650551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cd650551d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cd650551d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cd650551d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cd650551d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cd650551d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bcd650551d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cd650551d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cd650551d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cd650551d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cd650551d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14" name="Google Shape;14;p2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List of 4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948175" y="797675"/>
            <a:ext cx="2852100" cy="26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4469650" y="9364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4469650" y="175405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4469650" y="2574700"/>
            <a:ext cx="44403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5" type="title"/>
          </p:nvPr>
        </p:nvSpPr>
        <p:spPr>
          <a:xfrm>
            <a:off x="4454025" y="3395350"/>
            <a:ext cx="44532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3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Purple">
  <p:cSld name="CUSTOM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Green">
  <p:cSld name="CUSTOM_5"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Teal">
  <p:cSld name="CUSTOM_5_1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anum Myeongjo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 Blue">
  <p:cSld name="CUSTOM_5_1_1">
    <p:bg>
      <p:bgPr>
        <a:solidFill>
          <a:schemeClr val="accent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884890" y="1024150"/>
            <a:ext cx="61239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966811" y="321575"/>
            <a:ext cx="230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4627750" y="1204950"/>
            <a:ext cx="24897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27750" y="1592350"/>
            <a:ext cx="25392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47" name="Google Shape;47;p8"/>
          <p:cNvSpPr/>
          <p:nvPr>
            <p:ph idx="4" type="pic"/>
          </p:nvPr>
        </p:nvSpPr>
        <p:spPr>
          <a:xfrm rot="-5400000">
            <a:off x="1529325" y="1257825"/>
            <a:ext cx="3114600" cy="2619600"/>
          </a:xfrm>
          <a:prstGeom prst="round2SameRect">
            <a:avLst>
              <a:gd fmla="val 3848" name="adj1"/>
              <a:gd fmla="val 0" name="adj2"/>
            </a:avLst>
          </a:prstGeom>
          <a:noFill/>
          <a:ln>
            <a:noFill/>
          </a:ln>
        </p:spPr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36">
          <p15:clr>
            <a:srgbClr val="E46962"/>
          </p15:clr>
        </p15:guide>
        <p15:guide id="2" orient="horz" pos="260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age Image">
  <p:cSld name="CUSTOM_2"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>
            <p:ph idx="2" type="pic"/>
          </p:nvPr>
        </p:nvSpPr>
        <p:spPr>
          <a:xfrm>
            <a:off x="120000" y="114300"/>
            <a:ext cx="8904000" cy="49149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+ Content">
  <p:cSld name="CUSTOM_3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235220" y="2573350"/>
            <a:ext cx="3798300" cy="19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5235220" y="750863"/>
            <a:ext cx="37299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5257467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5" type="pic"/>
          </p:nvPr>
        </p:nvSpPr>
        <p:spPr>
          <a:xfrm rot="10800000">
            <a:off x="228600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58" name="Google Shape;58;p10"/>
          <p:cNvSpPr/>
          <p:nvPr>
            <p:ph idx="6" type="pic"/>
          </p:nvPr>
        </p:nvSpPr>
        <p:spPr>
          <a:xfrm>
            <a:off x="2486554" y="22352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7" type="pic"/>
          </p:nvPr>
        </p:nvSpPr>
        <p:spPr>
          <a:xfrm flipH="1" rot="10800000">
            <a:off x="2486554" y="2561290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  <p:sp>
        <p:nvSpPr>
          <p:cNvPr id="60" name="Google Shape;60;p10"/>
          <p:cNvSpPr/>
          <p:nvPr>
            <p:ph idx="8" type="pic"/>
          </p:nvPr>
        </p:nvSpPr>
        <p:spPr>
          <a:xfrm flipH="1">
            <a:off x="228600" y="224575"/>
            <a:ext cx="2262600" cy="2348400"/>
          </a:xfrm>
          <a:prstGeom prst="round1Rect">
            <a:avLst>
              <a:gd fmla="val 4873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_1">
    <p:bg>
      <p:bgPr>
        <a:solidFill>
          <a:schemeClr val="l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>
            <p:ph idx="2" type="pic"/>
          </p:nvPr>
        </p:nvSpPr>
        <p:spPr>
          <a:xfrm>
            <a:off x="114275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3" name="Google Shape;63;p11"/>
          <p:cNvSpPr/>
          <p:nvPr>
            <p:ph idx="3" type="pic"/>
          </p:nvPr>
        </p:nvSpPr>
        <p:spPr>
          <a:xfrm>
            <a:off x="3117080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4" name="Google Shape;64;p11"/>
          <p:cNvSpPr/>
          <p:nvPr>
            <p:ph idx="4" type="pic"/>
          </p:nvPr>
        </p:nvSpPr>
        <p:spPr>
          <a:xfrm>
            <a:off x="114275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5" name="Google Shape;65;p11"/>
          <p:cNvSpPr/>
          <p:nvPr>
            <p:ph idx="5" type="pic"/>
          </p:nvPr>
        </p:nvSpPr>
        <p:spPr>
          <a:xfrm>
            <a:off x="3117080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6" name="Google Shape;66;p11"/>
          <p:cNvSpPr/>
          <p:nvPr>
            <p:ph idx="6" type="pic"/>
          </p:nvPr>
        </p:nvSpPr>
        <p:spPr>
          <a:xfrm>
            <a:off x="6109898" y="114300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7" type="pic"/>
          </p:nvPr>
        </p:nvSpPr>
        <p:spPr>
          <a:xfrm>
            <a:off x="6109898" y="2604796"/>
            <a:ext cx="2919900" cy="2424300"/>
          </a:xfrm>
          <a:prstGeom prst="roundRect">
            <a:avLst>
              <a:gd fmla="val 213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CUSTOM_4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970234" y="770775"/>
            <a:ext cx="3729900" cy="161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5235225" y="824225"/>
            <a:ext cx="3321600" cy="3470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12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2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CUSTOM_4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949503" y="770775"/>
            <a:ext cx="7171500" cy="16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●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○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Char char="■"/>
              <a:defRPr sz="2400" u="none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956138" y="32715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2" type="body"/>
          </p:nvPr>
        </p:nvSpPr>
        <p:spPr>
          <a:xfrm>
            <a:off x="961716" y="2599900"/>
            <a:ext cx="71451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u="none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u="none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u="none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■"/>
              <a:defRPr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13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Problem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b="0"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3"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4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&amp; Benefits">
  <p:cSld name="CUSTOM_7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" type="subTitle"/>
          </p:nvPr>
        </p:nvSpPr>
        <p:spPr>
          <a:xfrm>
            <a:off x="-394525" y="762900"/>
            <a:ext cx="29583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2" type="subTitle"/>
          </p:nvPr>
        </p:nvSpPr>
        <p:spPr>
          <a:xfrm>
            <a:off x="7780000" y="76290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3" type="subTitle"/>
          </p:nvPr>
        </p:nvSpPr>
        <p:spPr>
          <a:xfrm>
            <a:off x="-867225" y="1991550"/>
            <a:ext cx="2011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4" type="subTitle"/>
          </p:nvPr>
        </p:nvSpPr>
        <p:spPr>
          <a:xfrm>
            <a:off x="1384800" y="1991550"/>
            <a:ext cx="19617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5" type="subTitle"/>
          </p:nvPr>
        </p:nvSpPr>
        <p:spPr>
          <a:xfrm>
            <a:off x="3556975" y="1991550"/>
            <a:ext cx="4403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/>
            </a:lvl9pPr>
          </a:lstStyle>
          <a:p/>
        </p:txBody>
      </p:sp>
      <p:sp>
        <p:nvSpPr>
          <p:cNvPr id="92" name="Google Shape;92;p15"/>
          <p:cNvSpPr txBox="1"/>
          <p:nvPr>
            <p:ph idx="6" type="subTitle"/>
          </p:nvPr>
        </p:nvSpPr>
        <p:spPr>
          <a:xfrm>
            <a:off x="8207225" y="1991550"/>
            <a:ext cx="22164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7" type="subTitle"/>
          </p:nvPr>
        </p:nvSpPr>
        <p:spPr>
          <a:xfrm>
            <a:off x="307950" y="3220200"/>
            <a:ext cx="38076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8" type="subTitle"/>
          </p:nvPr>
        </p:nvSpPr>
        <p:spPr>
          <a:xfrm>
            <a:off x="4367925" y="3220200"/>
            <a:ext cx="21210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9" type="subTitle"/>
          </p:nvPr>
        </p:nvSpPr>
        <p:spPr>
          <a:xfrm>
            <a:off x="6718750" y="3220200"/>
            <a:ext cx="238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3" type="subTitle"/>
          </p:nvPr>
        </p:nvSpPr>
        <p:spPr>
          <a:xfrm>
            <a:off x="2793625" y="762900"/>
            <a:ext cx="21435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4" type="subTitle"/>
          </p:nvPr>
        </p:nvSpPr>
        <p:spPr>
          <a:xfrm>
            <a:off x="5151963" y="762900"/>
            <a:ext cx="2413200" cy="11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98" name="Google Shape;98;p15"/>
          <p:cNvSpPr/>
          <p:nvPr>
            <p:ph idx="1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15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8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2" name="Google Shape;102;p16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3831000" y="327150"/>
            <a:ext cx="4500300" cy="12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Graph">
  <p:cSld name="CUSTOM_8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955475" y="1615450"/>
            <a:ext cx="3291600" cy="28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b="1" sz="14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" name="Google Shape;108;p17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Solution">
  <p:cSld name="CUSTOM_9">
    <p:bg>
      <p:bgPr>
        <a:solidFill>
          <a:schemeClr val="accen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958450" y="2692875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956150" y="5557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title"/>
          </p:nvPr>
        </p:nvSpPr>
        <p:spPr>
          <a:xfrm>
            <a:off x="941263" y="866159"/>
            <a:ext cx="7137900" cy="20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y It Works">
  <p:cSld name="CUSTOM_9_1">
    <p:bg>
      <p:bgPr>
        <a:solidFill>
          <a:schemeClr val="accen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>
            <p:ph idx="2" type="pic"/>
          </p:nvPr>
        </p:nvSpPr>
        <p:spPr>
          <a:xfrm rot="-5400000">
            <a:off x="-113050" y="322725"/>
            <a:ext cx="4911300" cy="4450500"/>
          </a:xfrm>
          <a:prstGeom prst="round2SameRect">
            <a:avLst>
              <a:gd fmla="val 286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5364025" y="704025"/>
            <a:ext cx="3437700" cy="3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Audience Venn Diagram">
  <p:cSld name="CUSTOM_10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2" type="title"/>
          </p:nvPr>
        </p:nvSpPr>
        <p:spPr>
          <a:xfrm>
            <a:off x="956150" y="39420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3 Concepts">
  <p:cSld name="CUSTOM_11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941780" y="715125"/>
            <a:ext cx="7860000" cy="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1188971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2" type="body"/>
          </p:nvPr>
        </p:nvSpPr>
        <p:spPr>
          <a:xfrm>
            <a:off x="3628515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3" type="subTitle"/>
          </p:nvPr>
        </p:nvSpPr>
        <p:spPr>
          <a:xfrm>
            <a:off x="1078092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4" type="subTitle"/>
          </p:nvPr>
        </p:nvSpPr>
        <p:spPr>
          <a:xfrm>
            <a:off x="3524146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5" type="subTitle"/>
          </p:nvPr>
        </p:nvSpPr>
        <p:spPr>
          <a:xfrm>
            <a:off x="5970200" y="1852966"/>
            <a:ext cx="21255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6" type="body"/>
          </p:nvPr>
        </p:nvSpPr>
        <p:spPr>
          <a:xfrm>
            <a:off x="6068972" y="2402817"/>
            <a:ext cx="1893300" cy="16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6" name="Google Shape;136;p21"/>
          <p:cNvSpPr/>
          <p:nvPr>
            <p:ph idx="7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of 6 Concepts">
  <p:cSld name="CUSTOM_11_1"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116350" y="93175"/>
            <a:ext cx="8904000" cy="4914900"/>
          </a:xfrm>
          <a:prstGeom prst="roundRect">
            <a:avLst>
              <a:gd fmla="val 26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idx="1" type="subTitle"/>
          </p:nvPr>
        </p:nvSpPr>
        <p:spPr>
          <a:xfrm>
            <a:off x="1062065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2" type="subTitle"/>
          </p:nvPr>
        </p:nvSpPr>
        <p:spPr>
          <a:xfrm>
            <a:off x="350769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3" type="subTitle"/>
          </p:nvPr>
        </p:nvSpPr>
        <p:spPr>
          <a:xfrm>
            <a:off x="5956640" y="917207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4" type="body"/>
          </p:nvPr>
        </p:nvSpPr>
        <p:spPr>
          <a:xfrm>
            <a:off x="1172475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3" name="Google Shape;143;p22"/>
          <p:cNvSpPr txBox="1"/>
          <p:nvPr>
            <p:ph idx="5" type="body"/>
          </p:nvPr>
        </p:nvSpPr>
        <p:spPr>
          <a:xfrm>
            <a:off x="361810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6" type="body"/>
          </p:nvPr>
        </p:nvSpPr>
        <p:spPr>
          <a:xfrm>
            <a:off x="6067050" y="1372575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7" type="subTitle"/>
          </p:nvPr>
        </p:nvSpPr>
        <p:spPr>
          <a:xfrm>
            <a:off x="5956640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8" type="body"/>
          </p:nvPr>
        </p:nvSpPr>
        <p:spPr>
          <a:xfrm>
            <a:off x="3618088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9" type="subTitle"/>
          </p:nvPr>
        </p:nvSpPr>
        <p:spPr>
          <a:xfrm>
            <a:off x="3508752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3" type="body"/>
          </p:nvPr>
        </p:nvSpPr>
        <p:spPr>
          <a:xfrm>
            <a:off x="1171275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4" type="subTitle"/>
          </p:nvPr>
        </p:nvSpPr>
        <p:spPr>
          <a:xfrm>
            <a:off x="1060865" y="2552219"/>
            <a:ext cx="2021100" cy="3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15" type="body"/>
          </p:nvPr>
        </p:nvSpPr>
        <p:spPr>
          <a:xfrm>
            <a:off x="6067050" y="3007588"/>
            <a:ext cx="19131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" name="Google Shape;152;p22"/>
          <p:cNvSpPr/>
          <p:nvPr>
            <p:ph idx="1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Graph">
  <p:cSld name="CUSTOM_1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subTitle"/>
          </p:nvPr>
        </p:nvSpPr>
        <p:spPr>
          <a:xfrm>
            <a:off x="960850" y="3191652"/>
            <a:ext cx="40827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932850" y="730375"/>
            <a:ext cx="40827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bert Sans"/>
              <a:buNone/>
              <a:defRPr sz="60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Graph">
  <p:cSld name="CUSTOM_13">
    <p:bg>
      <p:bgPr>
        <a:solidFill>
          <a:schemeClr val="accen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>
            <p:ph idx="1" type="subTitle"/>
          </p:nvPr>
        </p:nvSpPr>
        <p:spPr>
          <a:xfrm>
            <a:off x="5251039" y="2593520"/>
            <a:ext cx="25716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233275" y="763675"/>
            <a:ext cx="3576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956150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title"/>
          </p:nvPr>
        </p:nvSpPr>
        <p:spPr>
          <a:xfrm>
            <a:off x="5251132" y="327150"/>
            <a:ext cx="3558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4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5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Landscape">
  <p:cSld name="CUSTOM_14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56435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2" type="body"/>
          </p:nvPr>
        </p:nvSpPr>
        <p:spPr>
          <a:xfrm>
            <a:off x="656435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3" type="body"/>
          </p:nvPr>
        </p:nvSpPr>
        <p:spPr>
          <a:xfrm>
            <a:off x="656435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370630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4" type="body"/>
          </p:nvPr>
        </p:nvSpPr>
        <p:spPr>
          <a:xfrm>
            <a:off x="3706300" y="577612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5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6" type="title"/>
          </p:nvPr>
        </p:nvSpPr>
        <p:spPr>
          <a:xfrm>
            <a:off x="956150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None/>
              <a:defRPr b="1" sz="1400">
                <a:solidFill>
                  <a:schemeClr val="accen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25"/>
          <p:cNvSpPr/>
          <p:nvPr>
            <p:ph idx="7" type="pic"/>
          </p:nvPr>
        </p:nvSpPr>
        <p:spPr>
          <a:xfrm>
            <a:off x="320562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5" name="Google Shape;175;p25"/>
          <p:cNvSpPr/>
          <p:nvPr>
            <p:ph idx="8" type="pic"/>
          </p:nvPr>
        </p:nvSpPr>
        <p:spPr>
          <a:xfrm>
            <a:off x="6063675" y="423875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6" name="Google Shape;176;p25"/>
          <p:cNvSpPr/>
          <p:nvPr>
            <p:ph idx="9" type="pic"/>
          </p:nvPr>
        </p:nvSpPr>
        <p:spPr>
          <a:xfrm>
            <a:off x="320562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7" name="Google Shape;177;p25"/>
          <p:cNvSpPr/>
          <p:nvPr>
            <p:ph idx="13" type="pic"/>
          </p:nvPr>
        </p:nvSpPr>
        <p:spPr>
          <a:xfrm>
            <a:off x="6063675" y="1653438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5"/>
          <p:cNvSpPr/>
          <p:nvPr>
            <p:ph idx="14" type="pic"/>
          </p:nvPr>
        </p:nvSpPr>
        <p:spPr>
          <a:xfrm>
            <a:off x="320562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5"/>
          <p:cNvSpPr/>
          <p:nvPr>
            <p:ph idx="15" type="pic"/>
          </p:nvPr>
        </p:nvSpPr>
        <p:spPr>
          <a:xfrm>
            <a:off x="6063675" y="2881163"/>
            <a:ext cx="422400" cy="422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5"/>
          <p:cNvSpPr txBox="1"/>
          <p:nvPr>
            <p:ph idx="16" type="title"/>
          </p:nvPr>
        </p:nvSpPr>
        <p:spPr>
          <a:xfrm>
            <a:off x="6564350" y="32715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17" type="title"/>
          </p:nvPr>
        </p:nvSpPr>
        <p:spPr>
          <a:xfrm>
            <a:off x="370630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18" type="title"/>
          </p:nvPr>
        </p:nvSpPr>
        <p:spPr>
          <a:xfrm>
            <a:off x="6564350" y="1554125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9" type="title"/>
          </p:nvPr>
        </p:nvSpPr>
        <p:spPr>
          <a:xfrm>
            <a:off x="370630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20" type="title"/>
          </p:nvPr>
        </p:nvSpPr>
        <p:spPr>
          <a:xfrm>
            <a:off x="6564350" y="2781100"/>
            <a:ext cx="2009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21" type="body"/>
          </p:nvPr>
        </p:nvSpPr>
        <p:spPr>
          <a:xfrm>
            <a:off x="3706300" y="1810914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22" type="body"/>
          </p:nvPr>
        </p:nvSpPr>
        <p:spPr>
          <a:xfrm>
            <a:off x="3706300" y="3038996"/>
            <a:ext cx="22374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●"/>
              <a:defRPr sz="1000" u="none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○"/>
              <a:defRPr sz="1000" u="none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Char char="■"/>
              <a:defRPr sz="1000" u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25"/>
          <p:cNvSpPr/>
          <p:nvPr>
            <p:ph idx="2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ntent">
  <p:cSld name="CUSTOM_15"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 rot="5400000">
            <a:off x="4342200" y="341250"/>
            <a:ext cx="4914900" cy="4460100"/>
          </a:xfrm>
          <a:prstGeom prst="round2SameRect">
            <a:avLst>
              <a:gd fmla="val 3491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>
            <p:ph type="title"/>
          </p:nvPr>
        </p:nvSpPr>
        <p:spPr>
          <a:xfrm>
            <a:off x="932850" y="730375"/>
            <a:ext cx="32808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lbert Sans"/>
              <a:buNone/>
              <a:defRPr sz="6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1" type="subTitle"/>
          </p:nvPr>
        </p:nvSpPr>
        <p:spPr>
          <a:xfrm>
            <a:off x="5233275" y="763675"/>
            <a:ext cx="35037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2" type="subTitle"/>
          </p:nvPr>
        </p:nvSpPr>
        <p:spPr>
          <a:xfrm>
            <a:off x="955350" y="2928709"/>
            <a:ext cx="28449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3"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6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6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/>
          <p:nvPr>
            <p:ph idx="2" type="pic"/>
          </p:nvPr>
        </p:nvSpPr>
        <p:spPr>
          <a:xfrm>
            <a:off x="3768625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7"/>
          <p:cNvSpPr/>
          <p:nvPr>
            <p:ph idx="3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7"/>
          <p:cNvSpPr/>
          <p:nvPr>
            <p:ph idx="4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Desktop">
  <p:cSld name="CUSTOM_16_2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1931050" y="789375"/>
            <a:ext cx="5281800" cy="2973300"/>
          </a:xfrm>
          <a:prstGeom prst="roundRect">
            <a:avLst>
              <a:gd fmla="val 1120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">
  <p:cSld name="CUSTOM_16_1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9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9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29"/>
          <p:cNvSpPr/>
          <p:nvPr>
            <p:ph idx="4" type="pic"/>
          </p:nvPr>
        </p:nvSpPr>
        <p:spPr>
          <a:xfrm>
            <a:off x="376500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9"/>
          <p:cNvSpPr/>
          <p:nvPr>
            <p:ph idx="5" type="pic"/>
          </p:nvPr>
        </p:nvSpPr>
        <p:spPr>
          <a:xfrm>
            <a:off x="67171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Tablet">
  <p:cSld name="CUSTOM_16_2_1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 rot="5400000">
            <a:off x="3618000" y="-382950"/>
            <a:ext cx="4914900" cy="5908500"/>
          </a:xfrm>
          <a:prstGeom prst="round2SameRect">
            <a:avLst>
              <a:gd fmla="val 319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 rot="-5400000">
            <a:off x="-837600" y="1065750"/>
            <a:ext cx="4914900" cy="3011100"/>
          </a:xfrm>
          <a:prstGeom prst="round2SameRect">
            <a:avLst>
              <a:gd fmla="val 5256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3" type="pic"/>
          </p:nvPr>
        </p:nvSpPr>
        <p:spPr>
          <a:xfrm>
            <a:off x="1988050" y="627575"/>
            <a:ext cx="5167800" cy="38883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6_1_1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>
            <p:ph idx="2" type="pic"/>
          </p:nvPr>
        </p:nvSpPr>
        <p:spPr>
          <a:xfrm>
            <a:off x="812850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1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2" name="Google Shape;222;p31"/>
          <p:cNvSpPr/>
          <p:nvPr>
            <p:ph idx="4" type="pic"/>
          </p:nvPr>
        </p:nvSpPr>
        <p:spPr>
          <a:xfrm>
            <a:off x="3874125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7"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1" type="subTitle"/>
          </p:nvPr>
        </p:nvSpPr>
        <p:spPr>
          <a:xfrm>
            <a:off x="440281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anum Myeongjo"/>
              <a:buNone/>
              <a:defRPr b="0" sz="24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2"/>
          <p:cNvSpPr txBox="1"/>
          <p:nvPr/>
        </p:nvSpPr>
        <p:spPr>
          <a:xfrm>
            <a:off x="871975" y="114300"/>
            <a:ext cx="13854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4"/>
                </a:solidFill>
                <a:latin typeface="Albert Sans"/>
                <a:ea typeface="Albert Sans"/>
                <a:cs typeface="Albert Sans"/>
                <a:sym typeface="Albert Sans"/>
              </a:rPr>
              <a:t>Future Focused</a:t>
            </a:r>
            <a:endParaRPr b="1">
              <a:solidFill>
                <a:schemeClr val="accent4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27" name="Google Shape;227;p32"/>
          <p:cNvSpPr txBox="1"/>
          <p:nvPr>
            <p:ph idx="2" type="subTitle"/>
          </p:nvPr>
        </p:nvSpPr>
        <p:spPr>
          <a:xfrm>
            <a:off x="580888" y="3286575"/>
            <a:ext cx="17571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0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2"/>
          <p:cNvSpPr txBox="1"/>
          <p:nvPr>
            <p:ph idx="3" type="title"/>
          </p:nvPr>
        </p:nvSpPr>
        <p:spPr>
          <a:xfrm>
            <a:off x="440281" y="327150"/>
            <a:ext cx="20091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None/>
              <a:defRPr b="1" sz="14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ullquote">
  <p:cSld name="CUSTOM_18">
    <p:bg>
      <p:bgPr>
        <a:solidFill>
          <a:schemeClr val="accent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idx="1" type="subTitle"/>
          </p:nvPr>
        </p:nvSpPr>
        <p:spPr>
          <a:xfrm>
            <a:off x="821950" y="763675"/>
            <a:ext cx="20703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anum Myeongjo"/>
              <a:buNone/>
              <a:defRPr sz="2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3"/>
          <p:cNvSpPr/>
          <p:nvPr/>
        </p:nvSpPr>
        <p:spPr>
          <a:xfrm>
            <a:off x="114300" y="114300"/>
            <a:ext cx="8915400" cy="4914900"/>
          </a:xfrm>
          <a:prstGeom prst="roundRect">
            <a:avLst>
              <a:gd fmla="val 330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 txBox="1"/>
          <p:nvPr>
            <p:ph idx="2" type="subTitle"/>
          </p:nvPr>
        </p:nvSpPr>
        <p:spPr>
          <a:xfrm>
            <a:off x="1062075" y="763675"/>
            <a:ext cx="70254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anum Myeongjo"/>
              <a:buNone/>
              <a:defRPr b="0" sz="3600">
                <a:solidFill>
                  <a:schemeClr val="dk2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33"/>
          <p:cNvSpPr txBox="1"/>
          <p:nvPr>
            <p:ph type="title"/>
          </p:nvPr>
        </p:nvSpPr>
        <p:spPr>
          <a:xfrm>
            <a:off x="7158725" y="4563900"/>
            <a:ext cx="135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lbert Sans"/>
              <a:buNone/>
              <a:defRPr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3"/>
          <p:cNvSpPr/>
          <p:nvPr>
            <p:ph idx="3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7" name="Google Shape;23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4" name="Google Shape;264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5" name="Google Shape;265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69" name="Google Shape;26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2" name="Google Shape;302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3" name="Google Shape;303;p4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4" name="Google Shape;304;p4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5" name="Google Shape;305;p4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2" name="Google Shape;312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3" name="Google Shape;313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5" name="Google Shape;315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3" name="Google Shape;323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6" name="Google Shape;3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5" name="Google Shape;33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7" name="Google Shape;33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0" name="Google Shape;340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" name="Google Shape;341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7550" y="425875"/>
            <a:ext cx="29163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anum Myeongjo"/>
              <a:buNone/>
              <a:defRPr sz="2400"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anum Myeongjo"/>
              <a:buNone/>
              <a:defRPr>
                <a:solidFill>
                  <a:schemeClr val="lt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7550" y="1714375"/>
            <a:ext cx="5780700" cy="29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99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idx="12" type="sldNum"/>
          </p:nvPr>
        </p:nvSpPr>
        <p:spPr>
          <a:xfrm>
            <a:off x="8481759" y="4563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55"/>
          <p:cNvSpPr txBox="1"/>
          <p:nvPr>
            <p:ph type="title"/>
          </p:nvPr>
        </p:nvSpPr>
        <p:spPr>
          <a:xfrm>
            <a:off x="3432900" y="884550"/>
            <a:ext cx="50217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GRAPHIKS</a:t>
            </a:r>
            <a:endParaRPr/>
          </a:p>
        </p:txBody>
      </p:sp>
      <p:sp>
        <p:nvSpPr>
          <p:cNvPr id="363" name="Google Shape;363;p55"/>
          <p:cNvSpPr txBox="1"/>
          <p:nvPr>
            <p:ph idx="1" type="subTitle"/>
          </p:nvPr>
        </p:nvSpPr>
        <p:spPr>
          <a:xfrm>
            <a:off x="3655900" y="3767945"/>
            <a:ext cx="195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KRISHNAKANTH M</a:t>
            </a:r>
            <a:endParaRPr sz="1300"/>
          </a:p>
        </p:txBody>
      </p:sp>
      <p:pic>
        <p:nvPicPr>
          <p:cNvPr descr="Hexagonal icon." id="364" name="Google Shape;364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pic>
        <p:nvPicPr>
          <p:cNvPr descr="Hexagonal icon." id="365" name="Google Shape;36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50" y="542066"/>
            <a:ext cx="2738149" cy="315903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5"/>
          <p:cNvSpPr txBox="1"/>
          <p:nvPr>
            <p:ph idx="1" type="subTitle"/>
          </p:nvPr>
        </p:nvSpPr>
        <p:spPr>
          <a:xfrm>
            <a:off x="5613400" y="3767950"/>
            <a:ext cx="1491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SHIBIRAM R S</a:t>
            </a:r>
            <a:endParaRPr sz="1300"/>
          </a:p>
        </p:txBody>
      </p:sp>
      <p:sp>
        <p:nvSpPr>
          <p:cNvPr id="367" name="Google Shape;367;p55"/>
          <p:cNvSpPr txBox="1"/>
          <p:nvPr>
            <p:ph idx="1" type="subTitle"/>
          </p:nvPr>
        </p:nvSpPr>
        <p:spPr>
          <a:xfrm>
            <a:off x="7140000" y="3767950"/>
            <a:ext cx="1775400" cy="3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KANAGARAJ G </a:t>
            </a:r>
            <a:endParaRPr b="1" sz="1300"/>
          </a:p>
        </p:txBody>
      </p:sp>
      <p:sp>
        <p:nvSpPr>
          <p:cNvPr id="368" name="Google Shape;368;p55"/>
          <p:cNvSpPr txBox="1"/>
          <p:nvPr>
            <p:ph idx="1" type="subTitle"/>
          </p:nvPr>
        </p:nvSpPr>
        <p:spPr>
          <a:xfrm>
            <a:off x="6600000" y="4342750"/>
            <a:ext cx="1491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GOWTHAM S</a:t>
            </a:r>
            <a:endParaRPr sz="1300"/>
          </a:p>
        </p:txBody>
      </p:sp>
      <p:sp>
        <p:nvSpPr>
          <p:cNvPr id="369" name="Google Shape;369;p55"/>
          <p:cNvSpPr txBox="1"/>
          <p:nvPr>
            <p:ph idx="1" type="subTitle"/>
          </p:nvPr>
        </p:nvSpPr>
        <p:spPr>
          <a:xfrm>
            <a:off x="4603200" y="4342750"/>
            <a:ext cx="1491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PRASANTH M S</a:t>
            </a:r>
            <a:endParaRPr sz="1300"/>
          </a:p>
        </p:txBody>
      </p:sp>
      <p:sp>
        <p:nvSpPr>
          <p:cNvPr id="370" name="Google Shape;370;p55"/>
          <p:cNvSpPr txBox="1"/>
          <p:nvPr>
            <p:ph idx="1" type="subTitle"/>
          </p:nvPr>
        </p:nvSpPr>
        <p:spPr>
          <a:xfrm>
            <a:off x="3768775" y="3005625"/>
            <a:ext cx="25188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TEAM MEMBERS: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"/>
          <p:cNvSpPr txBox="1"/>
          <p:nvPr>
            <p:ph type="title"/>
          </p:nvPr>
        </p:nvSpPr>
        <p:spPr>
          <a:xfrm>
            <a:off x="3470400" y="186000"/>
            <a:ext cx="22032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Use Case Details</a:t>
            </a:r>
            <a:endParaRPr sz="2000"/>
          </a:p>
        </p:txBody>
      </p:sp>
      <p:pic>
        <p:nvPicPr>
          <p:cNvPr descr="Hexagonal icon." id="376" name="Google Shape;376;p56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6732" l="0" r="0" t="6732"/>
          <a:stretch/>
        </p:blipFill>
        <p:spPr>
          <a:xfrm>
            <a:off x="8596800" y="223475"/>
            <a:ext cx="318600" cy="318600"/>
          </a:xfrm>
          <a:prstGeom prst="ellipse">
            <a:avLst/>
          </a:prstGeom>
        </p:spPr>
      </p:pic>
      <p:sp>
        <p:nvSpPr>
          <p:cNvPr id="377" name="Google Shape;377;p56"/>
          <p:cNvSpPr txBox="1"/>
          <p:nvPr/>
        </p:nvSpPr>
        <p:spPr>
          <a:xfrm>
            <a:off x="589400" y="687438"/>
            <a:ext cx="55536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Use Case Title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AI in Life Insurance Underwriting Intelligence</a:t>
            </a:r>
            <a:endParaRPr b="1"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8" name="Google Shape;378;p56"/>
          <p:cNvSpPr txBox="1"/>
          <p:nvPr/>
        </p:nvSpPr>
        <p:spPr>
          <a:xfrm>
            <a:off x="589400" y="1564200"/>
            <a:ext cx="735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Objective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Automate and accelerate life insurance underwriting using AI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Validate customer data and assess health-based risk accurately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Reduce costs, fraud, and customer drop-offs while improving decision quality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589400" y="2749500"/>
            <a:ext cx="6263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Scope 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Incomplete or self-declared customer health data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Limited availability of verified medical datasets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Requirement for model explainability and auditability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0" name="Google Shape;380;p56"/>
          <p:cNvSpPr txBox="1"/>
          <p:nvPr/>
        </p:nvSpPr>
        <p:spPr>
          <a:xfrm>
            <a:off x="589400" y="3734700"/>
            <a:ext cx="7497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System Must Do 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Collect customer data from digital application forms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Validate data authenticity using rules, consistency checks, and external sources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Apply AI to assess health risk and detect anomalies or misrepresentation 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Char char="●"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Generate a risk score and underwriting decision (approve / load / defer / reject)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2167800" y="167475"/>
            <a:ext cx="4808400" cy="2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Use Case Sector Mapping &amp; It’s Impact</a:t>
            </a:r>
            <a:endParaRPr sz="2000"/>
          </a:p>
        </p:txBody>
      </p:sp>
      <p:sp>
        <p:nvSpPr>
          <p:cNvPr id="386" name="Google Shape;386;p57"/>
          <p:cNvSpPr txBox="1"/>
          <p:nvPr/>
        </p:nvSpPr>
        <p:spPr>
          <a:xfrm>
            <a:off x="708225" y="777700"/>
            <a:ext cx="69588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Industry Sector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AutoNum type="arabicPeriod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Life Insurance 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AutoNum type="arabicPeriod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Financial Services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7" name="Google Shape;387;p57"/>
          <p:cNvSpPr txBox="1"/>
          <p:nvPr/>
        </p:nvSpPr>
        <p:spPr>
          <a:xfrm>
            <a:off x="769375" y="1968588"/>
            <a:ext cx="62634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Sample Industry Players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Life Insurance Corporation of India (LIC)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HDFC Life Insurance</a:t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8" name="Google Shape;388;p57"/>
          <p:cNvSpPr txBox="1"/>
          <p:nvPr/>
        </p:nvSpPr>
        <p:spPr>
          <a:xfrm>
            <a:off x="769375" y="3159475"/>
            <a:ext cx="62634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Impact</a:t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Faster policy issuance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Reduced operational costs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Improved customer experience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❖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Lower fraud-related losses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8"/>
          <p:cNvSpPr txBox="1"/>
          <p:nvPr>
            <p:ph type="title"/>
          </p:nvPr>
        </p:nvSpPr>
        <p:spPr>
          <a:xfrm>
            <a:off x="2582300" y="21025"/>
            <a:ext cx="4663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SOLUTION ARCHITECTURE</a:t>
            </a:r>
            <a:endParaRPr sz="2000"/>
          </a:p>
        </p:txBody>
      </p:sp>
      <p:pic>
        <p:nvPicPr>
          <p:cNvPr id="394" name="Google Shape;394;p58" title="ChatGPT Image Mar 11, 2026, 10_51_0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5" y="552925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9"/>
          <p:cNvSpPr txBox="1"/>
          <p:nvPr>
            <p:ph idx="12" type="sldNum"/>
          </p:nvPr>
        </p:nvSpPr>
        <p:spPr>
          <a:xfrm>
            <a:off x="9556121" y="4687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59"/>
          <p:cNvSpPr txBox="1"/>
          <p:nvPr>
            <p:ph type="title"/>
          </p:nvPr>
        </p:nvSpPr>
        <p:spPr>
          <a:xfrm>
            <a:off x="2978550" y="223500"/>
            <a:ext cx="3186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Requirements Collected</a:t>
            </a:r>
            <a:endParaRPr sz="2000"/>
          </a:p>
        </p:txBody>
      </p:sp>
      <p:sp>
        <p:nvSpPr>
          <p:cNvPr id="401" name="Google Shape;401;p59"/>
          <p:cNvSpPr txBox="1"/>
          <p:nvPr>
            <p:ph idx="2" type="sldNum"/>
          </p:nvPr>
        </p:nvSpPr>
        <p:spPr>
          <a:xfrm>
            <a:off x="9556121" y="4687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59"/>
          <p:cNvSpPr/>
          <p:nvPr/>
        </p:nvSpPr>
        <p:spPr>
          <a:xfrm>
            <a:off x="9671155" y="4724650"/>
            <a:ext cx="318600" cy="318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5151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3" name="Google Shape;403;p59"/>
          <p:cNvSpPr txBox="1"/>
          <p:nvPr>
            <p:ph idx="3" type="sldNum"/>
          </p:nvPr>
        </p:nvSpPr>
        <p:spPr>
          <a:xfrm>
            <a:off x="9556121" y="46871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‹#›</a:t>
            </a:fld>
            <a:endParaRPr sz="10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4" name="Google Shape;404;p59"/>
          <p:cNvSpPr txBox="1"/>
          <p:nvPr/>
        </p:nvSpPr>
        <p:spPr>
          <a:xfrm>
            <a:off x="764250" y="1181125"/>
            <a:ext cx="6913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Functional Requirements :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Automated Data Ingestion From Digital Forms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Rule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-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Based And Ai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-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Based Data Validation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Predictive Risk Scoring And Classification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Fraud Detection And Anomaly Identification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Non</a:t>
            </a: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-</a:t>
            </a:r>
            <a:r>
              <a:rPr b="1"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Functional Requirements : </a:t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High Accuracy And Reliability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Regulatory Compliance And Auditability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Data Privacy And Security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Scalability For Large Customer Volumes 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❖"/>
            </a:pP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Low Latency For Real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-</a:t>
            </a:r>
            <a:r>
              <a:rPr lang="en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Time Underwriting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/>
          <p:nvPr>
            <p:ph type="title"/>
          </p:nvPr>
        </p:nvSpPr>
        <p:spPr>
          <a:xfrm>
            <a:off x="2234425" y="1688975"/>
            <a:ext cx="4560600" cy="15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YOU !</a:t>
            </a:r>
            <a:endParaRPr/>
          </a:p>
        </p:txBody>
      </p:sp>
      <p:sp>
        <p:nvSpPr>
          <p:cNvPr id="410" name="Google Shape;410;p60"/>
          <p:cNvSpPr/>
          <p:nvPr>
            <p:ph idx="6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s Pitch">
  <a:themeElements>
    <a:clrScheme name="Simple Light">
      <a:dk1>
        <a:srgbClr val="08005F"/>
      </a:dk1>
      <a:lt1>
        <a:srgbClr val="FFFFFF"/>
      </a:lt1>
      <a:dk2>
        <a:srgbClr val="000000"/>
      </a:dk2>
      <a:lt2>
        <a:srgbClr val="B1A1FF"/>
      </a:lt2>
      <a:accent1>
        <a:srgbClr val="A1FF5F"/>
      </a:accent1>
      <a:accent2>
        <a:srgbClr val="1BBE90"/>
      </a:accent2>
      <a:accent3>
        <a:srgbClr val="0A485F"/>
      </a:accent3>
      <a:accent4>
        <a:srgbClr val="9ACAE0"/>
      </a:accent4>
      <a:accent5>
        <a:srgbClr val="D1D1EB"/>
      </a:accent5>
      <a:accent6>
        <a:srgbClr val="2837DB"/>
      </a:accent6>
      <a:hlink>
        <a:srgbClr val="2837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