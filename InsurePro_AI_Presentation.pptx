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30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Underwriting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Tesseract OCR · FastAPI · 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34793" y="560070"/>
            <a:ext cx="2560320" cy="40233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9144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InsurePro 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HealthTech / InsurTech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IN" sz="1200" b="1" dirty="0">
                <a:solidFill>
                  <a:schemeClr val="bg1"/>
                </a:solidFill>
              </a:rPr>
              <a:t>KRISHNAKANTH M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SHIBIRAM R S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KANAGARAJ G </a:t>
            </a:r>
          </a:p>
          <a:p>
            <a:r>
              <a:rPr lang="en-IN" sz="1200" b="1" dirty="0">
                <a:solidFill>
                  <a:schemeClr val="bg1"/>
                </a:solidFill>
              </a:rPr>
              <a:t>PRASANTH M S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GOWTHAM S</a:t>
            </a:r>
            <a:endParaRPr lang="en-IN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 health insurance underwriting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takes days or weeks — delaying coverage for patients who need it urgently.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from medical reports introduces errors that lead to incorrect risk assessment.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Employing large underwriting teams is expensive, making insurance inaccessible for smaller providers.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114800" cy="1508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Paper-Heavy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 are still mostly paper or image-based, making automated processing difficult.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Sector &amp; Industry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healthcare and insurance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insurance market by 2030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cost reduced with automation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63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→ 3 Min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improvement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393192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063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9204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data entry errors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 directly addresses these gaps by automating the full underwriting pipeline — from OCR to risk scoring.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2926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955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health insurance underwriting system designed to automate the end-to-end process of analyzing medical reports and generating insurance quotes.
The system accepts a policyholder profile and a scanned medical report image. Using </a:t>
            </a: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running directly in the browser, it extracts text from the report and uses regex-based pattern matching to identify medical values such as glucose, blood pressure, HbA1c, and cholesterol.
A rule-based risk scoring engine — aligned with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and AHA/ACC guidelines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assigns risk scores based on age, BMI, lifestyle, family history and clinical values. The system then maps the score to one of 5 premium tiers, from Platinum (₹4,000/yr) to Declined.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Automate OCR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Quotes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4206240"/>
            <a:ext cx="2560320" cy="6400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No API Keys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of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OCR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runs OCR directly in the user's browser — no image is uploaded to a server, ensuring data privacy.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premium calculation happens in seconds, replacing a process that used to take days.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1234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Needed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OCR with no dependency on paid cloud APIs like Google Vision or AWS Textract.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Guidelines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follows ADA (diabetes) and AHA/ACC (cardiovascular) guidelines for accurate, defensible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319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Modern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Vercel + Render = production-ready, scalable architecture with CI/CD via GitHub.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834640" cy="16002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520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sample data for Acceptable, Needs Review, and Declined profiles for easy demonstration and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frameworks powering the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4864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642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54864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311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54864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980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54864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64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54864" cy="228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31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97280"/>
            <a:ext cx="265176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37560" y="1691640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6642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2258568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2311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0.24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2825496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7980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2.5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392424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364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10.1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0" y="3959352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931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80760" y="1097280"/>
            <a:ext cx="265176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097280"/>
            <a:ext cx="265176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1691640"/>
            <a:ext cx="5486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6642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2258568"/>
            <a:ext cx="5486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2311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2825496"/>
            <a:ext cx="5486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7980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(CI/CD)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3392424"/>
            <a:ext cx="5486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3649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+ pip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run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93192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64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Any modern dual-core processor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4GB (8GB recommended)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500MB free disk 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47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Chrome / Edge / Firefox (latest)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1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Internet for deployment access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097280"/>
            <a:ext cx="4206240" cy="3749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Software Requirements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6916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10+ / macOS / Linux (Ubuntu)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Version 3.9 or above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Node.js: Version 18 or above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474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447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OCR: v5.x (local) / Tesseract.js (web)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40690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041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For version control and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— 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application architecture and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component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step 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calls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67712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form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3984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ClinicalRiskAssessment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upload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OCR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value extraction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03136" y="1097280"/>
            <a:ext cx="1965960" cy="25603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97280"/>
            <a:ext cx="196596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1155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ResultCard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0296" y="15544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results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breakdown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595360" cy="10515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 Features: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file upload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84448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OCR progress bar (0-100%)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82896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guards (digits/letters only)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1344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profiles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4005072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39593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UI (TailwindCSS)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— Backend &amp; AI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risk engine and OCR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0" cy="3474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(FastAPI)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/api/health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4846320" cy="475488"/>
          </a:xfrm>
          <a:prstGeom prst="rect">
            <a:avLst/>
          </a:prstGeom>
          <a:solidFill>
            <a:srgbClr val="16285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/api/debug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version info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71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/api/validate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8712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report 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4846320" cy="475488"/>
          </a:xfrm>
          <a:prstGeom prst="rect">
            <a:avLst/>
          </a:prstGeom>
          <a:solidFill>
            <a:srgbClr val="16285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38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/api/extract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4381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medical values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484632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05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/api/underwrite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4005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premium tier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097280"/>
            <a:ext cx="3200400" cy="3474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1170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166420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63677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0665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03911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4688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4144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/ Alcohol / Exercise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8712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84378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keywords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2735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24612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Glucose &amp; HbA1c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36758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64845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(AHA/ACC)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60720" y="407822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05079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&amp; Triglycerides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OCR Tool: Tesseract.js (browser) · Regex extraction for dates &amp; medical values · No cloud API required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InsurePro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62072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280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Medical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42432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2801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(Browser)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154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200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Medical Values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62072" y="3611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546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3200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Risk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(Render)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42432" y="3611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560320" cy="155448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154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3200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Quote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↓ continues below ↓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running at insure-final.vercel.app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Profile 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 enters personal details, height/weight, lifestyle factors. Sample data buttons available for quick testing.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Medical Report Upload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medical report image. Tesseract.js OCR runs in browser, extracts date and medical values with live progress bar.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1097280"/>
            <a:ext cx="2743200" cy="379476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097280"/>
            <a:ext cx="2743200" cy="347472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1155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Insurance Quote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1572768"/>
            <a:ext cx="2468880" cy="18288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572768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3056" y="3493008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score, BMI, premium tier (Platinum/Gold/Silver/Standard/Declined) with detailed risk factor breakdown.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at: insure-final.vercel.app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280662E-79B9-6A98-8DDE-AA568B229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60419"/>
            <a:ext cx="2468880" cy="18379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1070DD-4A16-4DED-2298-B4D0F3C47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64991"/>
            <a:ext cx="2468880" cy="18288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A675B4F-EDAD-8595-3CE3-8C747AB23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581911"/>
            <a:ext cx="2468880" cy="1819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 Tiers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pricing aligned with industry standards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280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1.5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₹1 Crore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280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₹4,000/yr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4767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9933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1993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3.0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993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₹75 Lakhs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933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₹6,000/yr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569464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660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2706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5.0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₹50 Lakhs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₹9,000/yr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282696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37413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4198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0" y="3419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≤ 7.0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₹25 Lakhs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4198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₹13,000/yr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8503920" cy="621792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08736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133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4133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&gt; 7.0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N/A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133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Premiums multiplied by age factor: 1.15× (36–45) · 1.35× (46–55) · 1.60× (55+)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we achieved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71016"/>
            <a:ext cx="8503920" cy="228600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successfully demonstrates a complete, production-ready health insurance underwriting pipeline. The system integrates </a:t>
            </a: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OCR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client-side document processing, a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scoring engine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medical guidelines, and a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 + FastAPI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full-stack architecture — deployed live on Vercel and Render.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3-step underwriting flow working end-to-end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OCR runs in browser — no server dependency, no API costs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Risk engine follows ADA and AHA/ACC medical standards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live — accessible from any device worldwide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planned for the next version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18288"/>
          </a:xfrm>
          <a:prstGeom prst="rect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PostgreSQL to store policyholder profiles, medical history and quote history for returning users.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819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system so agents and policyholders can access their history securely.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587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OCR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53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LLM layer (like Gemini or GPT-4 Vision) on top of Tesseract for handling low-quality or handwritten reports.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587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953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version for field agents to capture and process reports directly from their phones.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3251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showing aggregate risk trends, approval rates and premium distribution across demographics.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114800" cy="118872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3959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API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43251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real insurance provider APIs to generate actual policy documents and payment links.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InsurePro AI — Health Insurance Underwriting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1463040"/>
          </a:xfrm>
          <a:prstGeom prst="rect">
            <a:avLst/>
          </a:prstGeom>
          <a:solidFill>
            <a:srgbClr val="1A3460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0632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</a:t>
            </a: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insure-final.vercel.app
</a:t>
            </a: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GitHub: </a:t>
            </a: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github.com/teamgraphiks024-jpg/insure-final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1365</Words>
  <Application>Microsoft Office PowerPoint</Application>
  <PresentationFormat>On-screen Show (16:9)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InsurePro AI</dc:title>
  <dc:subject>PptxGenJS Presentation</dc:subject>
  <dc:creator>PptxGenJS</dc:creator>
  <cp:lastModifiedBy>prasanth ms</cp:lastModifiedBy>
  <cp:revision>2</cp:revision>
  <dcterms:created xsi:type="dcterms:W3CDTF">2026-03-18T04:44:36Z</dcterms:created>
  <dcterms:modified xsi:type="dcterms:W3CDTF">2026-03-18T05:05:12Z</dcterms:modified>
</cp:coreProperties>
</file>